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August - Swatantrata Diwas: Itihas, Mahatva, Aur Aaj Ka Bharat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8BFC"/>
                </a:solidFill>
              </a:rPr>
              <a:t>AI-Dost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Agenda: Swatantrata Diwas ki Yatra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Swatantrata Diwas ka Ek Parichay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Aazadi ka Aitihasik Safar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Iska Mahatva aur Sandesh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Aaj ka Bharat: Pragati aur Chunautiyan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Bhavishya ki Disha aur Sankalp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Swatantrata Diwas: Ek Parichay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saal 15 August ko manaya jata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 ko British shasan se aazadi mili thi.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Yeh din deshbhakti aur balidaan ka prateek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Pradhan Mantri Lal Qile se tiranga fehrate hain.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Desh bhar mein jashn aur samaroh hote hain.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Aazadi ka Aitihasik Safar: Shuruat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British East India Company ka aagman.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1857 ka Pratham Swatantrata Sangram.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Rashtravadi Andolan ne zor pakda.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Mahatma Gandhi ka ahimsa andolan shuru hua.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 mahan netaon ne yogdaan diya.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Aazadi ka Aitihasik Safar: Mukhya Ghatnayen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Jallianwala Bagh Hatyakand ne jhakjhora.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Bhagat Singh, Subhas Chandra Bose ka yogdaan.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 Chhodo Andolan ne aazadi ki buniyad rakhi.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Desh ke vibhajan ki ghoshna hui.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August 1947 ko Bharat aazad hua.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Swatantrata Diwas ka Mahatva: Balidaan aur Jashn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Shaheedon ke balidaan ko yaad karte hain.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Yeh din rashtriya gaurav ka prateek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Aazadi ke sangharsh ko shraddhanjali dete hain.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Loktantra aur sanvidhan ka utsav manate hain.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Bhavishya ke liye prerna ka strot banta hai.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Swatantrata Diwas ka Mahatva: Loktantra aur Adhikar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 ek sabse bada loktantra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nagarik ko saman adhikar mile hain.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Sanvidhan hamari aazadi ki raksha karta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Vividhta mein ekta ka prateek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Samajik nyay aur samanta ka sankalp hai.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Aaj Ka Bharat: Pragati aur Vikas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Arthvyavastha mein tezi se vikas ho raha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aur Digital India mein kranti.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Antariks, raksha mein mahatvapoorn uplabdhiyan.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Shiksha aur swasthya kshetra mein sudhar.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Vishva mein Bharat ki badhti pratishtha.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Aaj Ka Bharat: Chunautiyan aur Sambhavnaen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Garibi aur berozgari abhi bhi chunauti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Paryavaran aur jalvayu parivartan ki samasya.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Samajik asamanta aur bhaichara banae rakhna.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 suraksha aur border suraksha mahatvapoorn.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Ekta aur akhandata banaye rakhna zaroori hai.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Bhavishya ki Disha: Ek Naya Bharat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Viksit Bharat ka lakshya prapt karna.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Samriddh, shaktishali aur swavalambi desh.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Navachar aur anveshan ko badhava dena.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Paryavaran sanrakshan par vishesh dhyan.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Vishva mein shanti aur sahyog ka pratik.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B8B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Nishkarsh: Aazadi ka Amar Sandesh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Swatantrata Diwas hamare itihas ka darpan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Yeh din hamare kartavyon ko yaad dilata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Aazadi ke moolyon ko hamesha sanjona hai.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Ekta, shanti aur pragati ki disha mein aage badhna.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Jai Hind, Jai Bharat!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15 August - Swatantrata Diwas: Itihas, Mahatva, Aur Aaj Ka Bharat</dc:subject>
  <dc:creator>AI-Dost</dc:creator>
  <cp:lastModifiedBy>AI-Dost</cp:lastModifiedBy>
  <cp:revision>1</cp:revision>
  <dcterms:created xsi:type="dcterms:W3CDTF">2026-08-18T05:18:59Z</dcterms:created>
  <dcterms:modified xsi:type="dcterms:W3CDTF">2026-08-18T05:18:59Z</dcterms:modified>
</cp:coreProperties>
</file>